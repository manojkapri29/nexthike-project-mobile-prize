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7" r:id="rId10"/>
    <p:sldId id="263" r:id="rId11"/>
    <p:sldId id="268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88DF7A0-3B34-4261-9437-1F01015A5D5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B1D55E6-E662-4752-8CF9-715D3FCBCA80}">
      <dgm:prSet/>
      <dgm:spPr/>
      <dgm:t>
        <a:bodyPr/>
        <a:lstStyle/>
        <a:p>
          <a:r>
            <a:rPr lang="en-IN" b="1"/>
            <a:t>Data Preprocessing</a:t>
          </a:r>
          <a:endParaRPr lang="en-US"/>
        </a:p>
      </dgm:t>
    </dgm:pt>
    <dgm:pt modelId="{A79D5183-50D5-4F44-B8D4-D3C4F369C79B}" type="parTrans" cxnId="{25990410-1867-4796-9A8B-B41B847C6F42}">
      <dgm:prSet/>
      <dgm:spPr/>
      <dgm:t>
        <a:bodyPr/>
        <a:lstStyle/>
        <a:p>
          <a:endParaRPr lang="en-US"/>
        </a:p>
      </dgm:t>
    </dgm:pt>
    <dgm:pt modelId="{1A30C65C-EAD2-4147-A879-C48A2B3792FC}" type="sibTrans" cxnId="{25990410-1867-4796-9A8B-B41B847C6F42}">
      <dgm:prSet/>
      <dgm:spPr/>
      <dgm:t>
        <a:bodyPr/>
        <a:lstStyle/>
        <a:p>
          <a:endParaRPr lang="en-US"/>
        </a:p>
      </dgm:t>
    </dgm:pt>
    <dgm:pt modelId="{EA7A7651-A300-4FA9-B5DB-958D75D159E3}">
      <dgm:prSet/>
      <dgm:spPr/>
      <dgm:t>
        <a:bodyPr/>
        <a:lstStyle/>
        <a:p>
          <a:r>
            <a:rPr lang="en-IN" b="1"/>
            <a:t>Handling Missing Values:</a:t>
          </a:r>
          <a:r>
            <a:rPr lang="en-IN"/>
            <a:t> Replaced with mean for numerical data.</a:t>
          </a:r>
          <a:endParaRPr lang="en-US"/>
        </a:p>
      </dgm:t>
    </dgm:pt>
    <dgm:pt modelId="{8810F89E-59DB-4A1A-B9F6-A211DE2ED2E8}" type="parTrans" cxnId="{DD9E683F-E4AA-40C5-86F1-8BDF4286FBC2}">
      <dgm:prSet/>
      <dgm:spPr/>
      <dgm:t>
        <a:bodyPr/>
        <a:lstStyle/>
        <a:p>
          <a:endParaRPr lang="en-US"/>
        </a:p>
      </dgm:t>
    </dgm:pt>
    <dgm:pt modelId="{75E42F10-07CE-4740-92E4-AE72D4538B2B}" type="sibTrans" cxnId="{DD9E683F-E4AA-40C5-86F1-8BDF4286FBC2}">
      <dgm:prSet/>
      <dgm:spPr/>
      <dgm:t>
        <a:bodyPr/>
        <a:lstStyle/>
        <a:p>
          <a:endParaRPr lang="en-US"/>
        </a:p>
      </dgm:t>
    </dgm:pt>
    <dgm:pt modelId="{572ECEB0-C397-4478-BB0E-3FF334569056}">
      <dgm:prSet/>
      <dgm:spPr/>
      <dgm:t>
        <a:bodyPr/>
        <a:lstStyle/>
        <a:p>
          <a:r>
            <a:rPr lang="en-IN" b="1"/>
            <a:t>Categorical Encoding:</a:t>
          </a:r>
          <a:r>
            <a:rPr lang="en-IN"/>
            <a:t> One-Hot Encoding for categorical features.</a:t>
          </a:r>
          <a:endParaRPr lang="en-US"/>
        </a:p>
      </dgm:t>
    </dgm:pt>
    <dgm:pt modelId="{A4EE9220-4C9F-4C83-ACB1-6046A1123D7F}" type="parTrans" cxnId="{5AD1C7D0-BDDA-4F9F-ADEA-AD42DB6AA698}">
      <dgm:prSet/>
      <dgm:spPr/>
      <dgm:t>
        <a:bodyPr/>
        <a:lstStyle/>
        <a:p>
          <a:endParaRPr lang="en-US"/>
        </a:p>
      </dgm:t>
    </dgm:pt>
    <dgm:pt modelId="{137D5A89-4F38-4010-8CA5-8B0B1AFF29B1}" type="sibTrans" cxnId="{5AD1C7D0-BDDA-4F9F-ADEA-AD42DB6AA698}">
      <dgm:prSet/>
      <dgm:spPr/>
      <dgm:t>
        <a:bodyPr/>
        <a:lstStyle/>
        <a:p>
          <a:endParaRPr lang="en-US"/>
        </a:p>
      </dgm:t>
    </dgm:pt>
    <dgm:pt modelId="{711C8611-7F5B-488D-91B9-2242EA93EC45}">
      <dgm:prSet/>
      <dgm:spPr/>
      <dgm:t>
        <a:bodyPr/>
        <a:lstStyle/>
        <a:p>
          <a:r>
            <a:rPr lang="en-IN" b="1"/>
            <a:t>Duplicate Removal:</a:t>
          </a:r>
          <a:r>
            <a:rPr lang="en-IN"/>
            <a:t> Ensured clean dataset for training.</a:t>
          </a:r>
          <a:endParaRPr lang="en-US"/>
        </a:p>
      </dgm:t>
    </dgm:pt>
    <dgm:pt modelId="{001A37A2-6CF6-4063-AC62-19FFE1B1F545}" type="parTrans" cxnId="{10877482-207F-46F0-B682-5C5D431588F0}">
      <dgm:prSet/>
      <dgm:spPr/>
      <dgm:t>
        <a:bodyPr/>
        <a:lstStyle/>
        <a:p>
          <a:endParaRPr lang="en-US"/>
        </a:p>
      </dgm:t>
    </dgm:pt>
    <dgm:pt modelId="{4699463F-6CC1-4B4E-92BD-F3E14D27C6D5}" type="sibTrans" cxnId="{10877482-207F-46F0-B682-5C5D431588F0}">
      <dgm:prSet/>
      <dgm:spPr/>
      <dgm:t>
        <a:bodyPr/>
        <a:lstStyle/>
        <a:p>
          <a:endParaRPr lang="en-US"/>
        </a:p>
      </dgm:t>
    </dgm:pt>
    <dgm:pt modelId="{C3999B07-058F-403C-8262-D8AF6612876D}">
      <dgm:prSet/>
      <dgm:spPr/>
      <dgm:t>
        <a:bodyPr/>
        <a:lstStyle/>
        <a:p>
          <a:r>
            <a:rPr lang="en-IN" b="1"/>
            <a:t>Outlier Detection:</a:t>
          </a:r>
          <a:r>
            <a:rPr lang="en-IN"/>
            <a:t> Used IQR method to cap extreme values.</a:t>
          </a:r>
          <a:endParaRPr lang="en-US"/>
        </a:p>
      </dgm:t>
    </dgm:pt>
    <dgm:pt modelId="{2398292D-D3A0-4778-BA7C-11ADA1CBCFAA}" type="parTrans" cxnId="{09FD32A3-C783-4F56-8CB0-85954200F75A}">
      <dgm:prSet/>
      <dgm:spPr/>
      <dgm:t>
        <a:bodyPr/>
        <a:lstStyle/>
        <a:p>
          <a:endParaRPr lang="en-US"/>
        </a:p>
      </dgm:t>
    </dgm:pt>
    <dgm:pt modelId="{D7DB3B1D-5AF7-442E-BA84-E99237DF4E57}" type="sibTrans" cxnId="{09FD32A3-C783-4F56-8CB0-85954200F75A}">
      <dgm:prSet/>
      <dgm:spPr/>
      <dgm:t>
        <a:bodyPr/>
        <a:lstStyle/>
        <a:p>
          <a:endParaRPr lang="en-US"/>
        </a:p>
      </dgm:t>
    </dgm:pt>
    <dgm:pt modelId="{48D2D178-ADB9-489C-8BED-F9BB73FF95C0}" type="pres">
      <dgm:prSet presAssocID="{B88DF7A0-3B34-4261-9437-1F01015A5D5E}" presName="linear" presStyleCnt="0">
        <dgm:presLayoutVars>
          <dgm:animLvl val="lvl"/>
          <dgm:resizeHandles val="exact"/>
        </dgm:presLayoutVars>
      </dgm:prSet>
      <dgm:spPr/>
    </dgm:pt>
    <dgm:pt modelId="{B830432B-EA79-4EDF-B3CD-AEC5FDBD660C}" type="pres">
      <dgm:prSet presAssocID="{4B1D55E6-E662-4752-8CF9-715D3FCBCA8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96B45A8-6F34-4226-8F2C-E02503518BAA}" type="pres">
      <dgm:prSet presAssocID="{1A30C65C-EAD2-4147-A879-C48A2B3792FC}" presName="spacer" presStyleCnt="0"/>
      <dgm:spPr/>
    </dgm:pt>
    <dgm:pt modelId="{56A88BE3-C9A9-45FF-B3D9-3F209612481E}" type="pres">
      <dgm:prSet presAssocID="{EA7A7651-A300-4FA9-B5DB-958D75D159E3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CCA9322-C30A-4C7F-A303-EA2EE1016BCD}" type="pres">
      <dgm:prSet presAssocID="{75E42F10-07CE-4740-92E4-AE72D4538B2B}" presName="spacer" presStyleCnt="0"/>
      <dgm:spPr/>
    </dgm:pt>
    <dgm:pt modelId="{E185E8AC-AA33-4855-A371-ACC549D692D4}" type="pres">
      <dgm:prSet presAssocID="{572ECEB0-C397-4478-BB0E-3FF33456905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532DFC9-CD63-489A-B832-D372A7830BE5}" type="pres">
      <dgm:prSet presAssocID="{137D5A89-4F38-4010-8CA5-8B0B1AFF29B1}" presName="spacer" presStyleCnt="0"/>
      <dgm:spPr/>
    </dgm:pt>
    <dgm:pt modelId="{CF7E2D7C-A755-4D1B-9E30-F949D7952343}" type="pres">
      <dgm:prSet presAssocID="{711C8611-7F5B-488D-91B9-2242EA93EC45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5307368F-3BC5-43B3-B126-427061BDC2B1}" type="pres">
      <dgm:prSet presAssocID="{4699463F-6CC1-4B4E-92BD-F3E14D27C6D5}" presName="spacer" presStyleCnt="0"/>
      <dgm:spPr/>
    </dgm:pt>
    <dgm:pt modelId="{7BB6D68D-C78C-412A-AEEB-7B7CF2923381}" type="pres">
      <dgm:prSet presAssocID="{C3999B07-058F-403C-8262-D8AF6612876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151850D-03A2-4723-AE83-BF64DC5EF28E}" type="presOf" srcId="{572ECEB0-C397-4478-BB0E-3FF334569056}" destId="{E185E8AC-AA33-4855-A371-ACC549D692D4}" srcOrd="0" destOrd="0" presId="urn:microsoft.com/office/officeart/2005/8/layout/vList2"/>
    <dgm:cxn modelId="{335B840E-3CC1-42E4-8F90-9B10C03D9064}" type="presOf" srcId="{EA7A7651-A300-4FA9-B5DB-958D75D159E3}" destId="{56A88BE3-C9A9-45FF-B3D9-3F209612481E}" srcOrd="0" destOrd="0" presId="urn:microsoft.com/office/officeart/2005/8/layout/vList2"/>
    <dgm:cxn modelId="{25990410-1867-4796-9A8B-B41B847C6F42}" srcId="{B88DF7A0-3B34-4261-9437-1F01015A5D5E}" destId="{4B1D55E6-E662-4752-8CF9-715D3FCBCA80}" srcOrd="0" destOrd="0" parTransId="{A79D5183-50D5-4F44-B8D4-D3C4F369C79B}" sibTransId="{1A30C65C-EAD2-4147-A879-C48A2B3792FC}"/>
    <dgm:cxn modelId="{49BEBA12-42D4-4290-BCD0-594B5B416508}" type="presOf" srcId="{711C8611-7F5B-488D-91B9-2242EA93EC45}" destId="{CF7E2D7C-A755-4D1B-9E30-F949D7952343}" srcOrd="0" destOrd="0" presId="urn:microsoft.com/office/officeart/2005/8/layout/vList2"/>
    <dgm:cxn modelId="{DD9E683F-E4AA-40C5-86F1-8BDF4286FBC2}" srcId="{B88DF7A0-3B34-4261-9437-1F01015A5D5E}" destId="{EA7A7651-A300-4FA9-B5DB-958D75D159E3}" srcOrd="1" destOrd="0" parTransId="{8810F89E-59DB-4A1A-B9F6-A211DE2ED2E8}" sibTransId="{75E42F10-07CE-4740-92E4-AE72D4538B2B}"/>
    <dgm:cxn modelId="{10877482-207F-46F0-B682-5C5D431588F0}" srcId="{B88DF7A0-3B34-4261-9437-1F01015A5D5E}" destId="{711C8611-7F5B-488D-91B9-2242EA93EC45}" srcOrd="3" destOrd="0" parTransId="{001A37A2-6CF6-4063-AC62-19FFE1B1F545}" sibTransId="{4699463F-6CC1-4B4E-92BD-F3E14D27C6D5}"/>
    <dgm:cxn modelId="{6A1B9291-0143-4784-8F14-BE52EC021AB7}" type="presOf" srcId="{C3999B07-058F-403C-8262-D8AF6612876D}" destId="{7BB6D68D-C78C-412A-AEEB-7B7CF2923381}" srcOrd="0" destOrd="0" presId="urn:microsoft.com/office/officeart/2005/8/layout/vList2"/>
    <dgm:cxn modelId="{AE5DD49C-B249-4123-BE20-00CB01E3327D}" type="presOf" srcId="{B88DF7A0-3B34-4261-9437-1F01015A5D5E}" destId="{48D2D178-ADB9-489C-8BED-F9BB73FF95C0}" srcOrd="0" destOrd="0" presId="urn:microsoft.com/office/officeart/2005/8/layout/vList2"/>
    <dgm:cxn modelId="{09FD32A3-C783-4F56-8CB0-85954200F75A}" srcId="{B88DF7A0-3B34-4261-9437-1F01015A5D5E}" destId="{C3999B07-058F-403C-8262-D8AF6612876D}" srcOrd="4" destOrd="0" parTransId="{2398292D-D3A0-4778-BA7C-11ADA1CBCFAA}" sibTransId="{D7DB3B1D-5AF7-442E-BA84-E99237DF4E57}"/>
    <dgm:cxn modelId="{5AD1C7D0-BDDA-4F9F-ADEA-AD42DB6AA698}" srcId="{B88DF7A0-3B34-4261-9437-1F01015A5D5E}" destId="{572ECEB0-C397-4478-BB0E-3FF334569056}" srcOrd="2" destOrd="0" parTransId="{A4EE9220-4C9F-4C83-ACB1-6046A1123D7F}" sibTransId="{137D5A89-4F38-4010-8CA5-8B0B1AFF29B1}"/>
    <dgm:cxn modelId="{2ABA06F9-A273-4156-A8A1-63E60CF71949}" type="presOf" srcId="{4B1D55E6-E662-4752-8CF9-715D3FCBCA80}" destId="{B830432B-EA79-4EDF-B3CD-AEC5FDBD660C}" srcOrd="0" destOrd="0" presId="urn:microsoft.com/office/officeart/2005/8/layout/vList2"/>
    <dgm:cxn modelId="{3304D1FA-4414-4EB2-9E22-76A7122BBB7B}" type="presParOf" srcId="{48D2D178-ADB9-489C-8BED-F9BB73FF95C0}" destId="{B830432B-EA79-4EDF-B3CD-AEC5FDBD660C}" srcOrd="0" destOrd="0" presId="urn:microsoft.com/office/officeart/2005/8/layout/vList2"/>
    <dgm:cxn modelId="{D4F84F0A-96B8-4214-A6CD-D7B6B28F0C65}" type="presParOf" srcId="{48D2D178-ADB9-489C-8BED-F9BB73FF95C0}" destId="{396B45A8-6F34-4226-8F2C-E02503518BAA}" srcOrd="1" destOrd="0" presId="urn:microsoft.com/office/officeart/2005/8/layout/vList2"/>
    <dgm:cxn modelId="{6214A952-F7CE-4138-8AB5-5CBB0E56E445}" type="presParOf" srcId="{48D2D178-ADB9-489C-8BED-F9BB73FF95C0}" destId="{56A88BE3-C9A9-45FF-B3D9-3F209612481E}" srcOrd="2" destOrd="0" presId="urn:microsoft.com/office/officeart/2005/8/layout/vList2"/>
    <dgm:cxn modelId="{1AE14D2F-0FB0-4FF6-A2BD-8C004DE5D4EC}" type="presParOf" srcId="{48D2D178-ADB9-489C-8BED-F9BB73FF95C0}" destId="{FCCA9322-C30A-4C7F-A303-EA2EE1016BCD}" srcOrd="3" destOrd="0" presId="urn:microsoft.com/office/officeart/2005/8/layout/vList2"/>
    <dgm:cxn modelId="{F9F7C73F-A2E4-47E6-917D-81684AE137DF}" type="presParOf" srcId="{48D2D178-ADB9-489C-8BED-F9BB73FF95C0}" destId="{E185E8AC-AA33-4855-A371-ACC549D692D4}" srcOrd="4" destOrd="0" presId="urn:microsoft.com/office/officeart/2005/8/layout/vList2"/>
    <dgm:cxn modelId="{8434903F-F596-46A8-900A-E1DCA39A4E61}" type="presParOf" srcId="{48D2D178-ADB9-489C-8BED-F9BB73FF95C0}" destId="{E532DFC9-CD63-489A-B832-D372A7830BE5}" srcOrd="5" destOrd="0" presId="urn:microsoft.com/office/officeart/2005/8/layout/vList2"/>
    <dgm:cxn modelId="{CA9691F6-B76B-427D-A9E3-611B5FEC5512}" type="presParOf" srcId="{48D2D178-ADB9-489C-8BED-F9BB73FF95C0}" destId="{CF7E2D7C-A755-4D1B-9E30-F949D7952343}" srcOrd="6" destOrd="0" presId="urn:microsoft.com/office/officeart/2005/8/layout/vList2"/>
    <dgm:cxn modelId="{452C5633-3C21-4194-8912-3A4C878B97C9}" type="presParOf" srcId="{48D2D178-ADB9-489C-8BED-F9BB73FF95C0}" destId="{5307368F-3BC5-43B3-B126-427061BDC2B1}" srcOrd="7" destOrd="0" presId="urn:microsoft.com/office/officeart/2005/8/layout/vList2"/>
    <dgm:cxn modelId="{A20FCB51-F01C-414C-A1BA-A8CAC8BDB6E8}" type="presParOf" srcId="{48D2D178-ADB9-489C-8BED-F9BB73FF95C0}" destId="{7BB6D68D-C78C-412A-AEEB-7B7CF292338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5E348A-0F90-470C-A12D-E2256BCED393}" type="doc">
      <dgm:prSet loTypeId="urn:microsoft.com/office/officeart/2005/8/layout/hProcess9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268C840-E1C0-4E5F-BC42-90593ED95472}">
      <dgm:prSet/>
      <dgm:spPr/>
      <dgm:t>
        <a:bodyPr/>
        <a:lstStyle/>
        <a:p>
          <a:r>
            <a:rPr lang="en-US" b="1"/>
            <a:t>Model Building</a:t>
          </a:r>
          <a:endParaRPr lang="en-US"/>
        </a:p>
      </dgm:t>
    </dgm:pt>
    <dgm:pt modelId="{0839C178-90A3-4659-9572-E1A88807938B}" type="parTrans" cxnId="{ADF7820B-C10C-4A25-9C74-50A4B6B36BA1}">
      <dgm:prSet/>
      <dgm:spPr/>
      <dgm:t>
        <a:bodyPr/>
        <a:lstStyle/>
        <a:p>
          <a:endParaRPr lang="en-US"/>
        </a:p>
      </dgm:t>
    </dgm:pt>
    <dgm:pt modelId="{DA518543-49A2-4CAD-9ECE-454B966B59C7}" type="sibTrans" cxnId="{ADF7820B-C10C-4A25-9C74-50A4B6B36BA1}">
      <dgm:prSet/>
      <dgm:spPr/>
      <dgm:t>
        <a:bodyPr/>
        <a:lstStyle/>
        <a:p>
          <a:endParaRPr lang="en-US"/>
        </a:p>
      </dgm:t>
    </dgm:pt>
    <dgm:pt modelId="{B46ED315-A062-4601-BE63-89A3D9B7F5BB}">
      <dgm:prSet/>
      <dgm:spPr/>
      <dgm:t>
        <a:bodyPr/>
        <a:lstStyle/>
        <a:p>
          <a:r>
            <a:rPr lang="en-US" b="1"/>
            <a:t>Algorithms Used:</a:t>
          </a:r>
          <a:endParaRPr lang="en-US"/>
        </a:p>
      </dgm:t>
    </dgm:pt>
    <dgm:pt modelId="{141D2B9B-D293-4217-B5CF-799CD215B01E}" type="parTrans" cxnId="{32B57F8C-524E-484A-B5FE-DEBACBB49418}">
      <dgm:prSet/>
      <dgm:spPr/>
      <dgm:t>
        <a:bodyPr/>
        <a:lstStyle/>
        <a:p>
          <a:endParaRPr lang="en-US"/>
        </a:p>
      </dgm:t>
    </dgm:pt>
    <dgm:pt modelId="{B041AD99-2D61-4898-A98A-4A66F80E5829}" type="sibTrans" cxnId="{32B57F8C-524E-484A-B5FE-DEBACBB49418}">
      <dgm:prSet/>
      <dgm:spPr/>
      <dgm:t>
        <a:bodyPr/>
        <a:lstStyle/>
        <a:p>
          <a:endParaRPr lang="en-US"/>
        </a:p>
      </dgm:t>
    </dgm:pt>
    <dgm:pt modelId="{E848B801-F3C6-47FD-AD78-365455B68AA7}">
      <dgm:prSet/>
      <dgm:spPr/>
      <dgm:t>
        <a:bodyPr/>
        <a:lstStyle/>
        <a:p>
          <a:r>
            <a:rPr lang="en-US"/>
            <a:t>Linear Regression (Baseline Model)</a:t>
          </a:r>
        </a:p>
      </dgm:t>
    </dgm:pt>
    <dgm:pt modelId="{DAD7B406-03AC-4C56-993A-CAABB4834DE3}" type="parTrans" cxnId="{E163EA64-1227-4A45-86B9-3CAB2F334976}">
      <dgm:prSet/>
      <dgm:spPr/>
      <dgm:t>
        <a:bodyPr/>
        <a:lstStyle/>
        <a:p>
          <a:endParaRPr lang="en-US"/>
        </a:p>
      </dgm:t>
    </dgm:pt>
    <dgm:pt modelId="{EF046F03-094E-40F0-889A-E2F9F2FC28F0}" type="sibTrans" cxnId="{E163EA64-1227-4A45-86B9-3CAB2F334976}">
      <dgm:prSet/>
      <dgm:spPr/>
      <dgm:t>
        <a:bodyPr/>
        <a:lstStyle/>
        <a:p>
          <a:endParaRPr lang="en-US"/>
        </a:p>
      </dgm:t>
    </dgm:pt>
    <dgm:pt modelId="{BEBBB0DD-696B-42B5-AD91-DA5306251D6B}">
      <dgm:prSet/>
      <dgm:spPr/>
      <dgm:t>
        <a:bodyPr/>
        <a:lstStyle/>
        <a:p>
          <a:r>
            <a:rPr lang="en-US"/>
            <a:t>Decision Trees &amp; Random Forest</a:t>
          </a:r>
        </a:p>
      </dgm:t>
    </dgm:pt>
    <dgm:pt modelId="{3210FFD9-31E6-4531-81C3-385314BEBE13}" type="parTrans" cxnId="{EBD050BD-788F-4F7F-AA06-242C2DACB22A}">
      <dgm:prSet/>
      <dgm:spPr/>
      <dgm:t>
        <a:bodyPr/>
        <a:lstStyle/>
        <a:p>
          <a:endParaRPr lang="en-US"/>
        </a:p>
      </dgm:t>
    </dgm:pt>
    <dgm:pt modelId="{F62B49CD-9062-42D5-BBEA-3B422EA5D647}" type="sibTrans" cxnId="{EBD050BD-788F-4F7F-AA06-242C2DACB22A}">
      <dgm:prSet/>
      <dgm:spPr/>
      <dgm:t>
        <a:bodyPr/>
        <a:lstStyle/>
        <a:p>
          <a:endParaRPr lang="en-US"/>
        </a:p>
      </dgm:t>
    </dgm:pt>
    <dgm:pt modelId="{4318FAC5-4E63-4424-B152-252A0DAE27E8}">
      <dgm:prSet/>
      <dgm:spPr/>
      <dgm:t>
        <a:bodyPr/>
        <a:lstStyle/>
        <a:p>
          <a:r>
            <a:rPr lang="en-US"/>
            <a:t>Gradient Boosting (Advanced Model)</a:t>
          </a:r>
        </a:p>
      </dgm:t>
    </dgm:pt>
    <dgm:pt modelId="{CAA20490-E96A-4001-A9F9-33CFB4ADBA6B}" type="parTrans" cxnId="{B699FC4B-1924-4E53-8CE3-FAD85791BA90}">
      <dgm:prSet/>
      <dgm:spPr/>
      <dgm:t>
        <a:bodyPr/>
        <a:lstStyle/>
        <a:p>
          <a:endParaRPr lang="en-US"/>
        </a:p>
      </dgm:t>
    </dgm:pt>
    <dgm:pt modelId="{5C0E3BC6-1C51-41E9-9AF7-3AB699CE72F5}" type="sibTrans" cxnId="{B699FC4B-1924-4E53-8CE3-FAD85791BA90}">
      <dgm:prSet/>
      <dgm:spPr/>
      <dgm:t>
        <a:bodyPr/>
        <a:lstStyle/>
        <a:p>
          <a:endParaRPr lang="en-US"/>
        </a:p>
      </dgm:t>
    </dgm:pt>
    <dgm:pt modelId="{46A07337-C26D-47B9-A3EE-676C3078D278}">
      <dgm:prSet/>
      <dgm:spPr/>
      <dgm:t>
        <a:bodyPr/>
        <a:lstStyle/>
        <a:p>
          <a:r>
            <a:rPr lang="en-US" b="1"/>
            <a:t>Train-Test Split:</a:t>
          </a:r>
          <a:r>
            <a:rPr lang="en-US"/>
            <a:t> 80% Training | 20% Testing</a:t>
          </a:r>
        </a:p>
      </dgm:t>
    </dgm:pt>
    <dgm:pt modelId="{A69A7670-6AD6-403A-B8B4-EC2A782A2F69}" type="parTrans" cxnId="{02792EA8-B4C8-4C7A-BBAD-7FC20C1BACE0}">
      <dgm:prSet/>
      <dgm:spPr/>
      <dgm:t>
        <a:bodyPr/>
        <a:lstStyle/>
        <a:p>
          <a:endParaRPr lang="en-US"/>
        </a:p>
      </dgm:t>
    </dgm:pt>
    <dgm:pt modelId="{9F20B389-1EA8-4B5B-895C-CDFB0FA9D961}" type="sibTrans" cxnId="{02792EA8-B4C8-4C7A-BBAD-7FC20C1BACE0}">
      <dgm:prSet/>
      <dgm:spPr/>
      <dgm:t>
        <a:bodyPr/>
        <a:lstStyle/>
        <a:p>
          <a:endParaRPr lang="en-US"/>
        </a:p>
      </dgm:t>
    </dgm:pt>
    <dgm:pt modelId="{3E8BA1D2-DE25-437D-96E8-F4C29C6761BA}" type="pres">
      <dgm:prSet presAssocID="{FD5E348A-0F90-470C-A12D-E2256BCED393}" presName="CompostProcess" presStyleCnt="0">
        <dgm:presLayoutVars>
          <dgm:dir/>
          <dgm:resizeHandles val="exact"/>
        </dgm:presLayoutVars>
      </dgm:prSet>
      <dgm:spPr/>
    </dgm:pt>
    <dgm:pt modelId="{9D0215AC-1980-4086-BD68-4715A333177D}" type="pres">
      <dgm:prSet presAssocID="{FD5E348A-0F90-470C-A12D-E2256BCED393}" presName="arrow" presStyleLbl="bgShp" presStyleIdx="0" presStyleCnt="1"/>
      <dgm:spPr/>
    </dgm:pt>
    <dgm:pt modelId="{96EA4EC5-5ADA-499C-B3DE-6DB30B38FE83}" type="pres">
      <dgm:prSet presAssocID="{FD5E348A-0F90-470C-A12D-E2256BCED393}" presName="linearProcess" presStyleCnt="0"/>
      <dgm:spPr/>
    </dgm:pt>
    <dgm:pt modelId="{4C692246-E373-43F5-AFF5-B3986893EF9C}" type="pres">
      <dgm:prSet presAssocID="{5268C840-E1C0-4E5F-BC42-90593ED95472}" presName="textNode" presStyleLbl="node1" presStyleIdx="0" presStyleCnt="3">
        <dgm:presLayoutVars>
          <dgm:bulletEnabled val="1"/>
        </dgm:presLayoutVars>
      </dgm:prSet>
      <dgm:spPr/>
    </dgm:pt>
    <dgm:pt modelId="{037E7747-555B-4004-AAC1-4B7A4B6FF9E4}" type="pres">
      <dgm:prSet presAssocID="{DA518543-49A2-4CAD-9ECE-454B966B59C7}" presName="sibTrans" presStyleCnt="0"/>
      <dgm:spPr/>
    </dgm:pt>
    <dgm:pt modelId="{29D11ED3-1577-4F23-A1B7-2DC14708B5F0}" type="pres">
      <dgm:prSet presAssocID="{B46ED315-A062-4601-BE63-89A3D9B7F5BB}" presName="textNode" presStyleLbl="node1" presStyleIdx="1" presStyleCnt="3">
        <dgm:presLayoutVars>
          <dgm:bulletEnabled val="1"/>
        </dgm:presLayoutVars>
      </dgm:prSet>
      <dgm:spPr/>
    </dgm:pt>
    <dgm:pt modelId="{CC8161E9-61E4-4AEC-8A81-8890EF05417D}" type="pres">
      <dgm:prSet presAssocID="{B041AD99-2D61-4898-A98A-4A66F80E5829}" presName="sibTrans" presStyleCnt="0"/>
      <dgm:spPr/>
    </dgm:pt>
    <dgm:pt modelId="{F4F8C92A-B166-4EA1-B5C4-3FC6FC84F78E}" type="pres">
      <dgm:prSet presAssocID="{46A07337-C26D-47B9-A3EE-676C3078D278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DF7820B-C10C-4A25-9C74-50A4B6B36BA1}" srcId="{FD5E348A-0F90-470C-A12D-E2256BCED393}" destId="{5268C840-E1C0-4E5F-BC42-90593ED95472}" srcOrd="0" destOrd="0" parTransId="{0839C178-90A3-4659-9572-E1A88807938B}" sibTransId="{DA518543-49A2-4CAD-9ECE-454B966B59C7}"/>
    <dgm:cxn modelId="{91870C29-546C-43D1-BE9E-EE2F9CECE31A}" type="presOf" srcId="{FD5E348A-0F90-470C-A12D-E2256BCED393}" destId="{3E8BA1D2-DE25-437D-96E8-F4C29C6761BA}" srcOrd="0" destOrd="0" presId="urn:microsoft.com/office/officeart/2005/8/layout/hProcess9"/>
    <dgm:cxn modelId="{CC6D1030-F9A4-474D-A047-6437CB1E60E5}" type="presOf" srcId="{4318FAC5-4E63-4424-B152-252A0DAE27E8}" destId="{29D11ED3-1577-4F23-A1B7-2DC14708B5F0}" srcOrd="0" destOrd="3" presId="urn:microsoft.com/office/officeart/2005/8/layout/hProcess9"/>
    <dgm:cxn modelId="{1D733141-7475-48C9-B319-A42B3F33B0D4}" type="presOf" srcId="{46A07337-C26D-47B9-A3EE-676C3078D278}" destId="{F4F8C92A-B166-4EA1-B5C4-3FC6FC84F78E}" srcOrd="0" destOrd="0" presId="urn:microsoft.com/office/officeart/2005/8/layout/hProcess9"/>
    <dgm:cxn modelId="{E163EA64-1227-4A45-86B9-3CAB2F334976}" srcId="{B46ED315-A062-4601-BE63-89A3D9B7F5BB}" destId="{E848B801-F3C6-47FD-AD78-365455B68AA7}" srcOrd="0" destOrd="0" parTransId="{DAD7B406-03AC-4C56-993A-CAABB4834DE3}" sibTransId="{EF046F03-094E-40F0-889A-E2F9F2FC28F0}"/>
    <dgm:cxn modelId="{B699FC4B-1924-4E53-8CE3-FAD85791BA90}" srcId="{B46ED315-A062-4601-BE63-89A3D9B7F5BB}" destId="{4318FAC5-4E63-4424-B152-252A0DAE27E8}" srcOrd="2" destOrd="0" parTransId="{CAA20490-E96A-4001-A9F9-33CFB4ADBA6B}" sibTransId="{5C0E3BC6-1C51-41E9-9AF7-3AB699CE72F5}"/>
    <dgm:cxn modelId="{0A19E276-5846-478C-9ADD-DE56EEA54C19}" type="presOf" srcId="{BEBBB0DD-696B-42B5-AD91-DA5306251D6B}" destId="{29D11ED3-1577-4F23-A1B7-2DC14708B5F0}" srcOrd="0" destOrd="2" presId="urn:microsoft.com/office/officeart/2005/8/layout/hProcess9"/>
    <dgm:cxn modelId="{32B57F8C-524E-484A-B5FE-DEBACBB49418}" srcId="{FD5E348A-0F90-470C-A12D-E2256BCED393}" destId="{B46ED315-A062-4601-BE63-89A3D9B7F5BB}" srcOrd="1" destOrd="0" parTransId="{141D2B9B-D293-4217-B5CF-799CD215B01E}" sibTransId="{B041AD99-2D61-4898-A98A-4A66F80E5829}"/>
    <dgm:cxn modelId="{74498692-D6F9-4BA2-B8A4-388B7A106CEA}" type="presOf" srcId="{B46ED315-A062-4601-BE63-89A3D9B7F5BB}" destId="{29D11ED3-1577-4F23-A1B7-2DC14708B5F0}" srcOrd="0" destOrd="0" presId="urn:microsoft.com/office/officeart/2005/8/layout/hProcess9"/>
    <dgm:cxn modelId="{4E0EF6A7-CD94-4FB0-B7E1-C7CE1EE16F69}" type="presOf" srcId="{5268C840-E1C0-4E5F-BC42-90593ED95472}" destId="{4C692246-E373-43F5-AFF5-B3986893EF9C}" srcOrd="0" destOrd="0" presId="urn:microsoft.com/office/officeart/2005/8/layout/hProcess9"/>
    <dgm:cxn modelId="{02792EA8-B4C8-4C7A-BBAD-7FC20C1BACE0}" srcId="{FD5E348A-0F90-470C-A12D-E2256BCED393}" destId="{46A07337-C26D-47B9-A3EE-676C3078D278}" srcOrd="2" destOrd="0" parTransId="{A69A7670-6AD6-403A-B8B4-EC2A782A2F69}" sibTransId="{9F20B389-1EA8-4B5B-895C-CDFB0FA9D961}"/>
    <dgm:cxn modelId="{EBD050BD-788F-4F7F-AA06-242C2DACB22A}" srcId="{B46ED315-A062-4601-BE63-89A3D9B7F5BB}" destId="{BEBBB0DD-696B-42B5-AD91-DA5306251D6B}" srcOrd="1" destOrd="0" parTransId="{3210FFD9-31E6-4531-81C3-385314BEBE13}" sibTransId="{F62B49CD-9062-42D5-BBEA-3B422EA5D647}"/>
    <dgm:cxn modelId="{F4DC27FA-78EA-42A6-A71B-E7971EA262CA}" type="presOf" srcId="{E848B801-F3C6-47FD-AD78-365455B68AA7}" destId="{29D11ED3-1577-4F23-A1B7-2DC14708B5F0}" srcOrd="0" destOrd="1" presId="urn:microsoft.com/office/officeart/2005/8/layout/hProcess9"/>
    <dgm:cxn modelId="{F2A88A8C-D8E1-4F60-93E8-07FB0AB30E76}" type="presParOf" srcId="{3E8BA1D2-DE25-437D-96E8-F4C29C6761BA}" destId="{9D0215AC-1980-4086-BD68-4715A333177D}" srcOrd="0" destOrd="0" presId="urn:microsoft.com/office/officeart/2005/8/layout/hProcess9"/>
    <dgm:cxn modelId="{212466BB-8DD5-44C5-8FAC-42D324A7032D}" type="presParOf" srcId="{3E8BA1D2-DE25-437D-96E8-F4C29C6761BA}" destId="{96EA4EC5-5ADA-499C-B3DE-6DB30B38FE83}" srcOrd="1" destOrd="0" presId="urn:microsoft.com/office/officeart/2005/8/layout/hProcess9"/>
    <dgm:cxn modelId="{E9F0A4D1-EBA4-4449-944F-697FB16B1C79}" type="presParOf" srcId="{96EA4EC5-5ADA-499C-B3DE-6DB30B38FE83}" destId="{4C692246-E373-43F5-AFF5-B3986893EF9C}" srcOrd="0" destOrd="0" presId="urn:microsoft.com/office/officeart/2005/8/layout/hProcess9"/>
    <dgm:cxn modelId="{C44A59A3-EC91-4D6B-B719-1DEC2640B895}" type="presParOf" srcId="{96EA4EC5-5ADA-499C-B3DE-6DB30B38FE83}" destId="{037E7747-555B-4004-AAC1-4B7A4B6FF9E4}" srcOrd="1" destOrd="0" presId="urn:microsoft.com/office/officeart/2005/8/layout/hProcess9"/>
    <dgm:cxn modelId="{00F17915-894D-4849-8EB6-A5DB04A5CEB2}" type="presParOf" srcId="{96EA4EC5-5ADA-499C-B3DE-6DB30B38FE83}" destId="{29D11ED3-1577-4F23-A1B7-2DC14708B5F0}" srcOrd="2" destOrd="0" presId="urn:microsoft.com/office/officeart/2005/8/layout/hProcess9"/>
    <dgm:cxn modelId="{52078880-5F25-4CDA-A1A7-117D9953C6EE}" type="presParOf" srcId="{96EA4EC5-5ADA-499C-B3DE-6DB30B38FE83}" destId="{CC8161E9-61E4-4AEC-8A81-8890EF05417D}" srcOrd="3" destOrd="0" presId="urn:microsoft.com/office/officeart/2005/8/layout/hProcess9"/>
    <dgm:cxn modelId="{DF9CEC4F-918F-4DAE-9466-838329CBEBC5}" type="presParOf" srcId="{96EA4EC5-5ADA-499C-B3DE-6DB30B38FE83}" destId="{F4F8C92A-B166-4EA1-B5C4-3FC6FC84F78E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E14D5E-A8C5-4436-8885-C0D370C539E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7FAE20-5E97-40A7-A90A-52B51B5A3D9E}">
      <dgm:prSet/>
      <dgm:spPr/>
      <dgm:t>
        <a:bodyPr/>
        <a:lstStyle/>
        <a:p>
          <a:r>
            <a:rPr lang="en-US" b="1"/>
            <a:t>Questions?</a:t>
          </a:r>
          <a:endParaRPr lang="en-US"/>
        </a:p>
      </dgm:t>
    </dgm:pt>
    <dgm:pt modelId="{D7036BC9-A3CB-40C0-AFCA-04B4462B924C}" type="parTrans" cxnId="{686CE119-0B6F-4D1E-B9F4-86F925EEA4F9}">
      <dgm:prSet/>
      <dgm:spPr/>
      <dgm:t>
        <a:bodyPr/>
        <a:lstStyle/>
        <a:p>
          <a:endParaRPr lang="en-US"/>
        </a:p>
      </dgm:t>
    </dgm:pt>
    <dgm:pt modelId="{12A24DF7-708C-4C9C-8813-3A61186A840C}" type="sibTrans" cxnId="{686CE119-0B6F-4D1E-B9F4-86F925EEA4F9}">
      <dgm:prSet/>
      <dgm:spPr/>
      <dgm:t>
        <a:bodyPr/>
        <a:lstStyle/>
        <a:p>
          <a:endParaRPr lang="en-US"/>
        </a:p>
      </dgm:t>
    </dgm:pt>
    <dgm:pt modelId="{C177B41C-DC79-4E94-8F37-7B359419C936}">
      <dgm:prSet/>
      <dgm:spPr/>
      <dgm:t>
        <a:bodyPr/>
        <a:lstStyle/>
        <a:p>
          <a:r>
            <a:rPr lang="en-US"/>
            <a:t>Contact: [kaprimanoj88@gmail.com]</a:t>
          </a:r>
        </a:p>
      </dgm:t>
    </dgm:pt>
    <dgm:pt modelId="{6160DC0B-3A19-4A5C-83E0-D2CF17C96C92}" type="parTrans" cxnId="{ED5F8DA9-91C7-46B0-A8ED-7391AB3590C0}">
      <dgm:prSet/>
      <dgm:spPr/>
      <dgm:t>
        <a:bodyPr/>
        <a:lstStyle/>
        <a:p>
          <a:endParaRPr lang="en-US"/>
        </a:p>
      </dgm:t>
    </dgm:pt>
    <dgm:pt modelId="{E3CF4730-EE99-4290-B740-CA575EC456C9}" type="sibTrans" cxnId="{ED5F8DA9-91C7-46B0-A8ED-7391AB3590C0}">
      <dgm:prSet/>
      <dgm:spPr/>
      <dgm:t>
        <a:bodyPr/>
        <a:lstStyle/>
        <a:p>
          <a:endParaRPr lang="en-US"/>
        </a:p>
      </dgm:t>
    </dgm:pt>
    <dgm:pt modelId="{81AFF775-CC90-418A-9673-EEB72AF99BBD}" type="pres">
      <dgm:prSet presAssocID="{53E14D5E-A8C5-4436-8885-C0D370C539E9}" presName="root" presStyleCnt="0">
        <dgm:presLayoutVars>
          <dgm:dir/>
          <dgm:resizeHandles val="exact"/>
        </dgm:presLayoutVars>
      </dgm:prSet>
      <dgm:spPr/>
    </dgm:pt>
    <dgm:pt modelId="{A233C840-68E3-4AFD-A208-9F2C982680C0}" type="pres">
      <dgm:prSet presAssocID="{EB7FAE20-5E97-40A7-A90A-52B51B5A3D9E}" presName="compNode" presStyleCnt="0"/>
      <dgm:spPr/>
    </dgm:pt>
    <dgm:pt modelId="{96EC06FE-FD75-450C-9EAF-1A215259664B}" type="pres">
      <dgm:prSet presAssocID="{EB7FAE20-5E97-40A7-A90A-52B51B5A3D9E}" presName="bgRect" presStyleLbl="bgShp" presStyleIdx="0" presStyleCnt="2"/>
      <dgm:spPr/>
    </dgm:pt>
    <dgm:pt modelId="{B1D21D2F-5156-4C6A-88FC-2B9399CF91E6}" type="pres">
      <dgm:prSet presAssocID="{EB7FAE20-5E97-40A7-A90A-52B51B5A3D9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83A83ADB-9BAE-41AE-BD89-939989E8E391}" type="pres">
      <dgm:prSet presAssocID="{EB7FAE20-5E97-40A7-A90A-52B51B5A3D9E}" presName="spaceRect" presStyleCnt="0"/>
      <dgm:spPr/>
    </dgm:pt>
    <dgm:pt modelId="{6CB36982-D17C-4516-94F6-9B05385C338D}" type="pres">
      <dgm:prSet presAssocID="{EB7FAE20-5E97-40A7-A90A-52B51B5A3D9E}" presName="parTx" presStyleLbl="revTx" presStyleIdx="0" presStyleCnt="2">
        <dgm:presLayoutVars>
          <dgm:chMax val="0"/>
          <dgm:chPref val="0"/>
        </dgm:presLayoutVars>
      </dgm:prSet>
      <dgm:spPr/>
    </dgm:pt>
    <dgm:pt modelId="{67A460EE-6AD4-4387-B7FD-A69F2A4378D8}" type="pres">
      <dgm:prSet presAssocID="{12A24DF7-708C-4C9C-8813-3A61186A840C}" presName="sibTrans" presStyleCnt="0"/>
      <dgm:spPr/>
    </dgm:pt>
    <dgm:pt modelId="{90C44436-EA81-4259-BD0C-A82A1B519099}" type="pres">
      <dgm:prSet presAssocID="{C177B41C-DC79-4E94-8F37-7B359419C936}" presName="compNode" presStyleCnt="0"/>
      <dgm:spPr/>
    </dgm:pt>
    <dgm:pt modelId="{749AF1E4-1D64-4D66-AFD8-4C5C2A37546F}" type="pres">
      <dgm:prSet presAssocID="{C177B41C-DC79-4E94-8F37-7B359419C936}" presName="bgRect" presStyleLbl="bgShp" presStyleIdx="1" presStyleCnt="2"/>
      <dgm:spPr/>
    </dgm:pt>
    <dgm:pt modelId="{F31E3C1B-1D36-40AB-96EA-7AF767CEF31C}" type="pres">
      <dgm:prSet presAssocID="{C177B41C-DC79-4E94-8F37-7B359419C9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7528DAF2-455F-4909-98C7-68AB8C1C7D52}" type="pres">
      <dgm:prSet presAssocID="{C177B41C-DC79-4E94-8F37-7B359419C936}" presName="spaceRect" presStyleCnt="0"/>
      <dgm:spPr/>
    </dgm:pt>
    <dgm:pt modelId="{784F9824-CE1B-4DB1-B148-C283F3243120}" type="pres">
      <dgm:prSet presAssocID="{C177B41C-DC79-4E94-8F37-7B359419C93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86CE119-0B6F-4D1E-B9F4-86F925EEA4F9}" srcId="{53E14D5E-A8C5-4436-8885-C0D370C539E9}" destId="{EB7FAE20-5E97-40A7-A90A-52B51B5A3D9E}" srcOrd="0" destOrd="0" parTransId="{D7036BC9-A3CB-40C0-AFCA-04B4462B924C}" sibTransId="{12A24DF7-708C-4C9C-8813-3A61186A840C}"/>
    <dgm:cxn modelId="{689B351C-1F5C-4D97-BE37-D94391E68291}" type="presOf" srcId="{53E14D5E-A8C5-4436-8885-C0D370C539E9}" destId="{81AFF775-CC90-418A-9673-EEB72AF99BBD}" srcOrd="0" destOrd="0" presId="urn:microsoft.com/office/officeart/2018/2/layout/IconVerticalSolidList"/>
    <dgm:cxn modelId="{4595FB97-FCD0-480D-A38D-B2BF603335E7}" type="presOf" srcId="{C177B41C-DC79-4E94-8F37-7B359419C936}" destId="{784F9824-CE1B-4DB1-B148-C283F3243120}" srcOrd="0" destOrd="0" presId="urn:microsoft.com/office/officeart/2018/2/layout/IconVerticalSolidList"/>
    <dgm:cxn modelId="{ED5F8DA9-91C7-46B0-A8ED-7391AB3590C0}" srcId="{53E14D5E-A8C5-4436-8885-C0D370C539E9}" destId="{C177B41C-DC79-4E94-8F37-7B359419C936}" srcOrd="1" destOrd="0" parTransId="{6160DC0B-3A19-4A5C-83E0-D2CF17C96C92}" sibTransId="{E3CF4730-EE99-4290-B740-CA575EC456C9}"/>
    <dgm:cxn modelId="{3FD81FCB-8061-4F9F-965E-65CAB7883911}" type="presOf" srcId="{EB7FAE20-5E97-40A7-A90A-52B51B5A3D9E}" destId="{6CB36982-D17C-4516-94F6-9B05385C338D}" srcOrd="0" destOrd="0" presId="urn:microsoft.com/office/officeart/2018/2/layout/IconVerticalSolidList"/>
    <dgm:cxn modelId="{ED11E018-7457-4D43-BFF9-EFCEC6049197}" type="presParOf" srcId="{81AFF775-CC90-418A-9673-EEB72AF99BBD}" destId="{A233C840-68E3-4AFD-A208-9F2C982680C0}" srcOrd="0" destOrd="0" presId="urn:microsoft.com/office/officeart/2018/2/layout/IconVerticalSolidList"/>
    <dgm:cxn modelId="{0E79D6D3-3AD3-4949-9C57-97E19E6A26FC}" type="presParOf" srcId="{A233C840-68E3-4AFD-A208-9F2C982680C0}" destId="{96EC06FE-FD75-450C-9EAF-1A215259664B}" srcOrd="0" destOrd="0" presId="urn:microsoft.com/office/officeart/2018/2/layout/IconVerticalSolidList"/>
    <dgm:cxn modelId="{E252CCCA-308A-40AD-9ECE-525DD5579ADD}" type="presParOf" srcId="{A233C840-68E3-4AFD-A208-9F2C982680C0}" destId="{B1D21D2F-5156-4C6A-88FC-2B9399CF91E6}" srcOrd="1" destOrd="0" presId="urn:microsoft.com/office/officeart/2018/2/layout/IconVerticalSolidList"/>
    <dgm:cxn modelId="{2E8153DB-E8A5-426B-97BB-C437D24EB451}" type="presParOf" srcId="{A233C840-68E3-4AFD-A208-9F2C982680C0}" destId="{83A83ADB-9BAE-41AE-BD89-939989E8E391}" srcOrd="2" destOrd="0" presId="urn:microsoft.com/office/officeart/2018/2/layout/IconVerticalSolidList"/>
    <dgm:cxn modelId="{6984E9EC-061B-459A-A494-18B47B635B88}" type="presParOf" srcId="{A233C840-68E3-4AFD-A208-9F2C982680C0}" destId="{6CB36982-D17C-4516-94F6-9B05385C338D}" srcOrd="3" destOrd="0" presId="urn:microsoft.com/office/officeart/2018/2/layout/IconVerticalSolidList"/>
    <dgm:cxn modelId="{19196922-D256-4587-BFC3-6AA7E28CC449}" type="presParOf" srcId="{81AFF775-CC90-418A-9673-EEB72AF99BBD}" destId="{67A460EE-6AD4-4387-B7FD-A69F2A4378D8}" srcOrd="1" destOrd="0" presId="urn:microsoft.com/office/officeart/2018/2/layout/IconVerticalSolidList"/>
    <dgm:cxn modelId="{18E8BC4B-E8AE-4738-BB33-C3A4B5A2438D}" type="presParOf" srcId="{81AFF775-CC90-418A-9673-EEB72AF99BBD}" destId="{90C44436-EA81-4259-BD0C-A82A1B519099}" srcOrd="2" destOrd="0" presId="urn:microsoft.com/office/officeart/2018/2/layout/IconVerticalSolidList"/>
    <dgm:cxn modelId="{F68AF90B-D20E-4591-B2C7-CBD9FC56EC4D}" type="presParOf" srcId="{90C44436-EA81-4259-BD0C-A82A1B519099}" destId="{749AF1E4-1D64-4D66-AFD8-4C5C2A37546F}" srcOrd="0" destOrd="0" presId="urn:microsoft.com/office/officeart/2018/2/layout/IconVerticalSolidList"/>
    <dgm:cxn modelId="{3B81B7DC-FE01-45A6-BDA1-8D97D7C4CC42}" type="presParOf" srcId="{90C44436-EA81-4259-BD0C-A82A1B519099}" destId="{F31E3C1B-1D36-40AB-96EA-7AF767CEF31C}" srcOrd="1" destOrd="0" presId="urn:microsoft.com/office/officeart/2018/2/layout/IconVerticalSolidList"/>
    <dgm:cxn modelId="{F405B957-D17E-4BC3-BC77-41B8576E6FB3}" type="presParOf" srcId="{90C44436-EA81-4259-BD0C-A82A1B519099}" destId="{7528DAF2-455F-4909-98C7-68AB8C1C7D52}" srcOrd="2" destOrd="0" presId="urn:microsoft.com/office/officeart/2018/2/layout/IconVerticalSolidList"/>
    <dgm:cxn modelId="{7F8088B0-256C-4ADB-A44F-3CBAAA1F9C16}" type="presParOf" srcId="{90C44436-EA81-4259-BD0C-A82A1B519099}" destId="{784F9824-CE1B-4DB1-B148-C283F324312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30432B-EA79-4EDF-B3CD-AEC5FDBD660C}">
      <dsp:nvSpPr>
        <dsp:cNvPr id="0" name=""/>
        <dsp:cNvSpPr/>
      </dsp:nvSpPr>
      <dsp:spPr>
        <a:xfrm>
          <a:off x="0" y="93060"/>
          <a:ext cx="6797675" cy="103285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Data Preprocessing</a:t>
          </a:r>
          <a:endParaRPr lang="en-US" sz="2600" kern="1200"/>
        </a:p>
      </dsp:txBody>
      <dsp:txXfrm>
        <a:off x="50420" y="143480"/>
        <a:ext cx="6696835" cy="932014"/>
      </dsp:txXfrm>
    </dsp:sp>
    <dsp:sp modelId="{56A88BE3-C9A9-45FF-B3D9-3F209612481E}">
      <dsp:nvSpPr>
        <dsp:cNvPr id="0" name=""/>
        <dsp:cNvSpPr/>
      </dsp:nvSpPr>
      <dsp:spPr>
        <a:xfrm>
          <a:off x="0" y="1200794"/>
          <a:ext cx="6797675" cy="1032854"/>
        </a:xfrm>
        <a:prstGeom prst="roundRect">
          <a:avLst/>
        </a:prstGeom>
        <a:solidFill>
          <a:schemeClr val="accent5">
            <a:hueOff val="531780"/>
            <a:satOff val="-5973"/>
            <a:lumOff val="-127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Handling Missing Values:</a:t>
          </a:r>
          <a:r>
            <a:rPr lang="en-IN" sz="2600" kern="1200"/>
            <a:t> Replaced with mean for numerical data.</a:t>
          </a:r>
          <a:endParaRPr lang="en-US" sz="2600" kern="1200"/>
        </a:p>
      </dsp:txBody>
      <dsp:txXfrm>
        <a:off x="50420" y="1251214"/>
        <a:ext cx="6696835" cy="932014"/>
      </dsp:txXfrm>
    </dsp:sp>
    <dsp:sp modelId="{E185E8AC-AA33-4855-A371-ACC549D692D4}">
      <dsp:nvSpPr>
        <dsp:cNvPr id="0" name=""/>
        <dsp:cNvSpPr/>
      </dsp:nvSpPr>
      <dsp:spPr>
        <a:xfrm>
          <a:off x="0" y="2308528"/>
          <a:ext cx="6797675" cy="1032854"/>
        </a:xfrm>
        <a:prstGeom prst="roundRect">
          <a:avLst/>
        </a:prstGeom>
        <a:solidFill>
          <a:schemeClr val="accent5">
            <a:hueOff val="1063560"/>
            <a:satOff val="-11946"/>
            <a:lumOff val="-254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Categorical Encoding:</a:t>
          </a:r>
          <a:r>
            <a:rPr lang="en-IN" sz="2600" kern="1200"/>
            <a:t> One-Hot Encoding for categorical features.</a:t>
          </a:r>
          <a:endParaRPr lang="en-US" sz="2600" kern="1200"/>
        </a:p>
      </dsp:txBody>
      <dsp:txXfrm>
        <a:off x="50420" y="2358948"/>
        <a:ext cx="6696835" cy="932014"/>
      </dsp:txXfrm>
    </dsp:sp>
    <dsp:sp modelId="{CF7E2D7C-A755-4D1B-9E30-F949D7952343}">
      <dsp:nvSpPr>
        <dsp:cNvPr id="0" name=""/>
        <dsp:cNvSpPr/>
      </dsp:nvSpPr>
      <dsp:spPr>
        <a:xfrm>
          <a:off x="0" y="3416263"/>
          <a:ext cx="6797675" cy="1032854"/>
        </a:xfrm>
        <a:prstGeom prst="roundRect">
          <a:avLst/>
        </a:prstGeom>
        <a:solidFill>
          <a:schemeClr val="accent5">
            <a:hueOff val="1595340"/>
            <a:satOff val="-17918"/>
            <a:lumOff val="-382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Duplicate Removal:</a:t>
          </a:r>
          <a:r>
            <a:rPr lang="en-IN" sz="2600" kern="1200"/>
            <a:t> Ensured clean dataset for training.</a:t>
          </a:r>
          <a:endParaRPr lang="en-US" sz="2600" kern="1200"/>
        </a:p>
      </dsp:txBody>
      <dsp:txXfrm>
        <a:off x="50420" y="3466683"/>
        <a:ext cx="6696835" cy="932014"/>
      </dsp:txXfrm>
    </dsp:sp>
    <dsp:sp modelId="{7BB6D68D-C78C-412A-AEEB-7B7CF2923381}">
      <dsp:nvSpPr>
        <dsp:cNvPr id="0" name=""/>
        <dsp:cNvSpPr/>
      </dsp:nvSpPr>
      <dsp:spPr>
        <a:xfrm>
          <a:off x="0" y="4523997"/>
          <a:ext cx="6797675" cy="1032854"/>
        </a:xfrm>
        <a:prstGeom prst="roundRect">
          <a:avLst/>
        </a:prstGeom>
        <a:solidFill>
          <a:schemeClr val="accent5">
            <a:hueOff val="2127120"/>
            <a:satOff val="-23891"/>
            <a:lumOff val="-509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b="1" kern="1200"/>
            <a:t>Outlier Detection:</a:t>
          </a:r>
          <a:r>
            <a:rPr lang="en-IN" sz="2600" kern="1200"/>
            <a:t> Used IQR method to cap extreme values.</a:t>
          </a:r>
          <a:endParaRPr lang="en-US" sz="2600" kern="1200"/>
        </a:p>
      </dsp:txBody>
      <dsp:txXfrm>
        <a:off x="50420" y="4574417"/>
        <a:ext cx="6696835" cy="9320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215AC-1980-4086-BD68-4715A333177D}">
      <dsp:nvSpPr>
        <dsp:cNvPr id="0" name=""/>
        <dsp:cNvSpPr/>
      </dsp:nvSpPr>
      <dsp:spPr>
        <a:xfrm>
          <a:off x="754379" y="0"/>
          <a:ext cx="8549640" cy="3786080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92246-E373-43F5-AFF5-B3986893EF9C}">
      <dsp:nvSpPr>
        <dsp:cNvPr id="0" name=""/>
        <dsp:cNvSpPr/>
      </dsp:nvSpPr>
      <dsp:spPr>
        <a:xfrm>
          <a:off x="340846" y="1135824"/>
          <a:ext cx="3017520" cy="151443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Model Building</a:t>
          </a:r>
          <a:endParaRPr lang="en-US" sz="1800" kern="1200"/>
        </a:p>
      </dsp:txBody>
      <dsp:txXfrm>
        <a:off x="414774" y="1209752"/>
        <a:ext cx="2869664" cy="1366576"/>
      </dsp:txXfrm>
    </dsp:sp>
    <dsp:sp modelId="{29D11ED3-1577-4F23-A1B7-2DC14708B5F0}">
      <dsp:nvSpPr>
        <dsp:cNvPr id="0" name=""/>
        <dsp:cNvSpPr/>
      </dsp:nvSpPr>
      <dsp:spPr>
        <a:xfrm>
          <a:off x="3520439" y="1135824"/>
          <a:ext cx="3017520" cy="151443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Algorithms Used: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Linear Regression (Baseline Model)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Decision Trees &amp; Random Forest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Gradient Boosting (Advanced Model)</a:t>
          </a:r>
        </a:p>
      </dsp:txBody>
      <dsp:txXfrm>
        <a:off x="3594367" y="1209752"/>
        <a:ext cx="2869664" cy="1366576"/>
      </dsp:txXfrm>
    </dsp:sp>
    <dsp:sp modelId="{F4F8C92A-B166-4EA1-B5C4-3FC6FC84F78E}">
      <dsp:nvSpPr>
        <dsp:cNvPr id="0" name=""/>
        <dsp:cNvSpPr/>
      </dsp:nvSpPr>
      <dsp:spPr>
        <a:xfrm>
          <a:off x="6700033" y="1135824"/>
          <a:ext cx="3017520" cy="151443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Train-Test Split:</a:t>
          </a:r>
          <a:r>
            <a:rPr lang="en-US" sz="1800" kern="1200"/>
            <a:t> 80% Training | 20% Testing</a:t>
          </a:r>
        </a:p>
      </dsp:txBody>
      <dsp:txXfrm>
        <a:off x="6773961" y="1209752"/>
        <a:ext cx="2869664" cy="13665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EC06FE-FD75-450C-9EAF-1A215259664B}">
      <dsp:nvSpPr>
        <dsp:cNvPr id="0" name=""/>
        <dsp:cNvSpPr/>
      </dsp:nvSpPr>
      <dsp:spPr>
        <a:xfrm>
          <a:off x="0" y="820856"/>
          <a:ext cx="6910387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21D2F-5156-4C6A-88FC-2B9399CF91E6}">
      <dsp:nvSpPr>
        <dsp:cNvPr id="0" name=""/>
        <dsp:cNvSpPr/>
      </dsp:nvSpPr>
      <dsp:spPr>
        <a:xfrm>
          <a:off x="458416" y="1161827"/>
          <a:ext cx="833485" cy="83348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B36982-D17C-4516-94F6-9B05385C338D}">
      <dsp:nvSpPr>
        <dsp:cNvPr id="0" name=""/>
        <dsp:cNvSpPr/>
      </dsp:nvSpPr>
      <dsp:spPr>
        <a:xfrm>
          <a:off x="1750318" y="820856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Questions?</a:t>
          </a:r>
          <a:endParaRPr lang="en-US" sz="2500" kern="1200"/>
        </a:p>
      </dsp:txBody>
      <dsp:txXfrm>
        <a:off x="1750318" y="820856"/>
        <a:ext cx="5160068" cy="1515427"/>
      </dsp:txXfrm>
    </dsp:sp>
    <dsp:sp modelId="{749AF1E4-1D64-4D66-AFD8-4C5C2A37546F}">
      <dsp:nvSpPr>
        <dsp:cNvPr id="0" name=""/>
        <dsp:cNvSpPr/>
      </dsp:nvSpPr>
      <dsp:spPr>
        <a:xfrm>
          <a:off x="0" y="2715140"/>
          <a:ext cx="6910387" cy="15154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E3C1B-1D36-40AB-96EA-7AF767CEF31C}">
      <dsp:nvSpPr>
        <dsp:cNvPr id="0" name=""/>
        <dsp:cNvSpPr/>
      </dsp:nvSpPr>
      <dsp:spPr>
        <a:xfrm>
          <a:off x="458416" y="3056112"/>
          <a:ext cx="833485" cy="83348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F9824-CE1B-4DB1-B148-C283F3243120}">
      <dsp:nvSpPr>
        <dsp:cNvPr id="0" name=""/>
        <dsp:cNvSpPr/>
      </dsp:nvSpPr>
      <dsp:spPr>
        <a:xfrm>
          <a:off x="1750318" y="2715140"/>
          <a:ext cx="5160068" cy="15154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0383" tIns="160383" rIns="160383" bIns="160383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Contact: [kaprimanoj88@gmail.com]</a:t>
          </a:r>
        </a:p>
      </dsp:txBody>
      <dsp:txXfrm>
        <a:off x="1750318" y="2715140"/>
        <a:ext cx="5160068" cy="1515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123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9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896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0962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994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10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01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0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53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4241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90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E9A97B-1EE6-475D-B780-A9DDBD963C66}" type="datetimeFigureOut">
              <a:rPr lang="en-IN" smtClean="0"/>
              <a:t>20-03-2025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CAEEC1E-E941-4198-9D20-8CED759E939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05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78CFD75-83CD-03B3-66B7-D8CF6EF5B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1947" y="1678210"/>
            <a:ext cx="2989007" cy="3443988"/>
          </a:xfrm>
        </p:spPr>
        <p:txBody>
          <a:bodyPr anchor="ctr">
            <a:normAutofit/>
          </a:bodyPr>
          <a:lstStyle/>
          <a:p>
            <a:r>
              <a:rPr lang="en-US" sz="2000" b="1">
                <a:solidFill>
                  <a:srgbClr val="000000"/>
                </a:solidFill>
              </a:rPr>
              <a:t>Title:</a:t>
            </a:r>
            <a:r>
              <a:rPr lang="en-US" sz="2000">
                <a:solidFill>
                  <a:srgbClr val="000000"/>
                </a:solidFill>
              </a:rPr>
              <a:t> Feature Extraction and Price Prediction for Mobile Phones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 b="1">
                <a:solidFill>
                  <a:srgbClr val="000000"/>
                </a:solidFill>
              </a:rPr>
              <a:t>Subtitle:</a:t>
            </a:r>
            <a:r>
              <a:rPr lang="en-US" sz="2000">
                <a:solidFill>
                  <a:srgbClr val="000000"/>
                </a:solidFill>
              </a:rPr>
              <a:t> Machine Learning Approach to Mobile Price Prediction</a:t>
            </a:r>
            <a:br>
              <a:rPr lang="en-US" sz="2000">
                <a:solidFill>
                  <a:srgbClr val="000000"/>
                </a:solidFill>
              </a:rPr>
            </a:br>
            <a:r>
              <a:rPr lang="en-US" sz="2000" b="1">
                <a:solidFill>
                  <a:srgbClr val="000000"/>
                </a:solidFill>
              </a:rPr>
              <a:t>Presented by:</a:t>
            </a:r>
            <a:r>
              <a:rPr lang="en-US" sz="2000">
                <a:solidFill>
                  <a:srgbClr val="000000"/>
                </a:solidFill>
              </a:rPr>
              <a:t> Manoj Kapri</a:t>
            </a:r>
          </a:p>
          <a:p>
            <a:endParaRPr lang="en-IN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09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B9A27-A73F-B584-0E3B-48DF91B5D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909017"/>
          </a:xfrm>
        </p:spPr>
        <p:txBody>
          <a:bodyPr/>
          <a:lstStyle/>
          <a:p>
            <a:r>
              <a:rPr lang="en-IN" dirty="0"/>
              <a:t> 	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5581AB-CF92-C3B3-9C23-588A9843BE5B}"/>
              </a:ext>
            </a:extLst>
          </p:cNvPr>
          <p:cNvSpPr txBox="1"/>
          <p:nvPr/>
        </p:nvSpPr>
        <p:spPr>
          <a:xfrm>
            <a:off x="3048000" y="2415796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Predict mobile phone prices using machine learning.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Focus Areas: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Cleaning &amp;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Feature Selection &amp; Extraction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 Training &amp; Evaluation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Insights &amp; Recommendations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5E6BF-BD34-867C-9BF3-66A87D72DD73}"/>
              </a:ext>
            </a:extLst>
          </p:cNvPr>
          <p:cNvSpPr txBox="1"/>
          <p:nvPr/>
        </p:nvSpPr>
        <p:spPr>
          <a:xfrm>
            <a:off x="1582994" y="365125"/>
            <a:ext cx="7561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002039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007A92-8EA8-1538-1392-ED0B695552AE}"/>
              </a:ext>
            </a:extLst>
          </p:cNvPr>
          <p:cNvSpPr txBox="1"/>
          <p:nvPr/>
        </p:nvSpPr>
        <p:spPr>
          <a:xfrm>
            <a:off x="3048000" y="255429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Dataset:</a:t>
            </a:r>
            <a:r>
              <a:rPr lang="en-IN" dirty="0"/>
              <a:t> Processed Flipdata.csv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Key Features: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RAM, Battery Capacity, Processor, Camera Specs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Screen Size, Brand, Internal Storage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Price (Target Variable)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 Shape:</a:t>
            </a:r>
            <a:r>
              <a:rPr lang="en-IN" dirty="0"/>
              <a:t> [Rows] x [Columns]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36E3A-DFF1-DA72-01A6-0CCF1867D316}"/>
              </a:ext>
            </a:extLst>
          </p:cNvPr>
          <p:cNvSpPr txBox="1"/>
          <p:nvPr/>
        </p:nvSpPr>
        <p:spPr>
          <a:xfrm>
            <a:off x="2880852" y="304800"/>
            <a:ext cx="6263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/>
              <a:t>Dataset Overview</a:t>
            </a:r>
          </a:p>
        </p:txBody>
      </p:sp>
    </p:spTree>
    <p:extLst>
      <p:ext uri="{BB962C8B-B14F-4D97-AF65-F5344CB8AC3E}">
        <p14:creationId xmlns:p14="http://schemas.microsoft.com/office/powerpoint/2010/main" val="240188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7107C4C8-DC14-22BE-F6FA-1ED5E7143A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26682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935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computer circuit board">
            <a:extLst>
              <a:ext uri="{FF2B5EF4-FFF2-40B4-BE49-F238E27FC236}">
                <a16:creationId xmlns:a16="http://schemas.microsoft.com/office/drawing/2014/main" id="{9ED06153-4C25-9291-D416-6CBCE13DF4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425" r="20354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A8F7DF4-8BB5-AEC3-38FA-4507ACCF7DC2}"/>
              </a:ext>
            </a:extLst>
          </p:cNvPr>
          <p:cNvSpPr txBox="1"/>
          <p:nvPr/>
        </p:nvSpPr>
        <p:spPr>
          <a:xfrm>
            <a:off x="5181601" y="2198914"/>
            <a:ext cx="6368142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Extraction &amp; Selection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 Analysis: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Identified relationships between variables.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Importance (Random Forest):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RAM, Battery, Processor had highest impact on price.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Dimensionality Reduction: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Removed irrelevant features.</a:t>
            </a:r>
          </a:p>
        </p:txBody>
      </p:sp>
    </p:spTree>
    <p:extLst>
      <p:ext uri="{BB962C8B-B14F-4D97-AF65-F5344CB8AC3E}">
        <p14:creationId xmlns:p14="http://schemas.microsoft.com/office/powerpoint/2010/main" val="96666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953D0282-6E87-EE36-3D23-CD96D0576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70745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2156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83F4E51D-F3EE-4E26-8B91-B1F42FFAC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9" y="491235"/>
            <a:ext cx="11552921" cy="587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191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ECF0FC6-D57B-48B6-9036-F4FFD91A4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9A3CF3-2364-6ED3-3651-F5248C615011}"/>
              </a:ext>
            </a:extLst>
          </p:cNvPr>
          <p:cNvSpPr txBox="1"/>
          <p:nvPr/>
        </p:nvSpPr>
        <p:spPr>
          <a:xfrm>
            <a:off x="1044204" y="2023962"/>
            <a:ext cx="6697715" cy="384513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 Model Evaluation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Metrics Used: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Mean Absolute Error (MAE)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Root Mean Squared Error (RMSE)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Results: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MAE: 3574.11171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RMSE: 7141.09177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>
                <a:solidFill>
                  <a:schemeClr val="tx1">
                    <a:lumMod val="75000"/>
                    <a:lumOff val="25000"/>
                  </a:schemeClr>
                </a:solidFill>
              </a:rPr>
              <a:t>Best Model:</a:t>
            </a:r>
            <a:r>
              <a:rPr 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 Random Forest (Higher Accuracy)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7A211C-5863-4303-AC3D-AEBFDF6D6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4150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7519CD-2FFF-42E3-BB0C-FEAA828BA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2823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017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">
            <a:extLst>
              <a:ext uri="{FF2B5EF4-FFF2-40B4-BE49-F238E27FC236}">
                <a16:creationId xmlns:a16="http://schemas.microsoft.com/office/drawing/2014/main" id="{4FF59B7D-DED9-9E37-265B-0E37A7B60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397" y="502666"/>
            <a:ext cx="9297206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97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Circuit board">
            <a:extLst>
              <a:ext uri="{FF2B5EF4-FFF2-40B4-BE49-F238E27FC236}">
                <a16:creationId xmlns:a16="http://schemas.microsoft.com/office/drawing/2014/main" id="{6584C6E5-914F-99C1-322E-E1198BEE2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06" r="15473" b="1"/>
          <a:stretch/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9D2301-7684-8409-B4B9-699CF84BE5A3}"/>
              </a:ext>
            </a:extLst>
          </p:cNvPr>
          <p:cNvSpPr txBox="1"/>
          <p:nvPr/>
        </p:nvSpPr>
        <p:spPr>
          <a:xfrm>
            <a:off x="5181601" y="2198914"/>
            <a:ext cx="6368142" cy="367018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Insights &amp; Recommendations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Most Important Features: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RAM, Battery, Processor.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Price Optimization Strategies: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Focus on high-demand features.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Competitive pricing based on specifications.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Future Work: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accuracy using deep learning.</a:t>
            </a:r>
          </a:p>
          <a:p>
            <a:pPr marL="742950" lvl="1" indent="-285750"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Real-time price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65314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blue squares&#10;&#10;AI-generated content may be incorrect.">
            <a:extLst>
              <a:ext uri="{FF2B5EF4-FFF2-40B4-BE49-F238E27FC236}">
                <a16:creationId xmlns:a16="http://schemas.microsoft.com/office/drawing/2014/main" id="{2CDD7E1D-496C-77D8-7A7A-C5CFAF7AA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280" y="666510"/>
            <a:ext cx="11301439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62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B5AE2-C5CC-499C-8F2D-249888BE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7A3698-B350-40E5-8475-9BCC41A08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C655C7-EC94-4BE6-84C8-2F9EFBBB2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Person watching empty phone">
            <a:extLst>
              <a:ext uri="{FF2B5EF4-FFF2-40B4-BE49-F238E27FC236}">
                <a16:creationId xmlns:a16="http://schemas.microsoft.com/office/drawing/2014/main" id="{2C9A822D-C066-792B-AA5C-763CD97F95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96" r="12136" b="-1"/>
          <a:stretch/>
        </p:blipFill>
        <p:spPr>
          <a:xfrm>
            <a:off x="20" y="10"/>
            <a:ext cx="4578952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4C359F3-25B2-4E2B-8713-5583EAF4C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639733" y="0"/>
            <a:ext cx="7552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26EB53-A064-438C-B0CD-AC150363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8972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DF4227-AC58-59E0-DC84-382F880CAE19}"/>
              </a:ext>
            </a:extLst>
          </p:cNvPr>
          <p:cNvSpPr txBox="1"/>
          <p:nvPr/>
        </p:nvSpPr>
        <p:spPr>
          <a:xfrm>
            <a:off x="5124206" y="2236304"/>
            <a:ext cx="6339840" cy="365266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None/>
            </a:pPr>
            <a:r>
              <a:rPr lang="en-US" b="1">
                <a:solidFill>
                  <a:srgbClr val="FFFFFF"/>
                </a:solidFill>
              </a:rPr>
              <a:t>Conclusion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Successfully developed a price prediction model.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Provided data-driven insights for mobile pricing.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endParaRPr lang="en-US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Future scope for further improvements.</a:t>
            </a:r>
          </a:p>
        </p:txBody>
      </p:sp>
    </p:spTree>
    <p:extLst>
      <p:ext uri="{BB962C8B-B14F-4D97-AF65-F5344CB8AC3E}">
        <p14:creationId xmlns:p14="http://schemas.microsoft.com/office/powerpoint/2010/main" val="366626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6D16D1E-4205-49F5-BD2A-DA769947C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2FD100-C039-4E03-B5E4-2EDFA7290A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4193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418FCD2-8448-4A81-8EB4-72250F782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94449F-CE50-F187-785E-210EA549E3D6}"/>
              </a:ext>
            </a:extLst>
          </p:cNvPr>
          <p:cNvSpPr txBox="1"/>
          <p:nvPr/>
        </p:nvSpPr>
        <p:spPr>
          <a:xfrm>
            <a:off x="8177212" y="634946"/>
            <a:ext cx="3372529" cy="5055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spc="-5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56978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2" name="TextBox 4">
            <a:extLst>
              <a:ext uri="{FF2B5EF4-FFF2-40B4-BE49-F238E27FC236}">
                <a16:creationId xmlns:a16="http://schemas.microsoft.com/office/drawing/2014/main" id="{4EC3C6E4-62A2-0AA8-CE47-E6ED31814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2903331"/>
              </p:ext>
            </p:extLst>
          </p:nvPr>
        </p:nvGraphicFramePr>
        <p:xfrm>
          <a:off x="633413" y="639763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5611586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</TotalTime>
  <Words>325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Retrospect</vt:lpstr>
      <vt:lpstr>PowerPoint Presentation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KAPRI</dc:creator>
  <cp:lastModifiedBy>Manoj KAPRI</cp:lastModifiedBy>
  <cp:revision>14</cp:revision>
  <dcterms:created xsi:type="dcterms:W3CDTF">2025-03-20T18:16:34Z</dcterms:created>
  <dcterms:modified xsi:type="dcterms:W3CDTF">2025-03-20T18:43:49Z</dcterms:modified>
</cp:coreProperties>
</file>